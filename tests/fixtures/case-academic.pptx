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180015" cy="13878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</a:pPr>
            <a:r>
              <a:rPr sz="44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面向复杂场景的轻量级目标检测方法研究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545840"/>
            <a:ext cx="960120" cy="330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82016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从结构设计到边缘部署的完整链路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张 三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5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某某大学 · 计算机科学与技术学院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5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研究背景与问题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检测需求正从云端下沉到边缘设备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现有大模型在端侧延迟与功耗都不可接受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本文关注：精度不降的前提下压缩计算量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6355080"/>
            <a:ext cx="457200" cy="164592"/>
          </a:xfrm>
          <a:prstGeom prst="rect">
            <a:avLst/>
          </a:prstGeom>
          <a:solidFill>
            <a:srgbClr val="E9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68680" y="6263640"/>
            <a:ext cx="4617720" cy="0"/>
          </a:xfrm>
          <a:prstGeom prst="line">
            <a:avLst/>
          </a:prstGeom>
          <a:ln w="12700">
            <a:solidFill>
              <a:srgbClr val="D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相关工作与研究缺口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两阶段检测器精度高但速度慢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单阶段检测器速度快但小目标召回不足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缺少面向边缘芯片的结构化设计方法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研究目标与贡献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提出轻量级主干与特征融合结构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在公开数据集上保持精度并降低 42% 计算量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给出从训练到端侧部署的完整链路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整体技术路线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输入分辨率自适应缩放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主干网络：深度可分离卷积 + 通道重排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检测头：解耦分类与回归分支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轻量级主干设计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以 MobileNetV3 为基线改造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引入注意力增强的高效残差块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通道数按算力预算逐级裁剪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多尺度特征融合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自顶向下与自底向上双向融合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增加 P2 层提升小目标召回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融合权重随尺度自适应调整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检测头与损失函数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解耦头分别处理分类与定位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分类用焦点损失缓解正负样本失衡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定位用 CIoU 损失提升回归质量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训练策略与数据增强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余弦退火学习率 + 热身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Mosaic 与 MixUp 组合增强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知识蒸馏从大模型迁移软标签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实验设置与数据集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公开数据集 + 自建边缘场景数据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输入 640×640，批大小 32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训练 300 轮，单卡 V100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主要实验结果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mAP 提升 1.8 个点，计算量下降 42%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端侧推理延迟从 46ms 降到 27ms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参数量压缩到 3.2M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消融实验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主干改造贡献 +0.9 mAP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多尺度融合贡献 +0.7 mAP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蒸馏贡献 +0.4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与其他方法对比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对比 YOLO 系列与轻量检测器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同算力下精度领先 1.2 个点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同精度下延迟降低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边缘设备部署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导出 ONNX 并做算子融合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INT8 量化后精度损失小于 0.5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在 RK3588 上达到 38 FPS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工程落地与限制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复杂光照与遮挡仍是主要失败场景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量化对极小目标影响明显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后续引入时序信息改善稳定性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轻量化设计可以在端侧保持可用精度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结构化改造 + 蒸馏是性价比最高的组合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完整链路已在真实设备上验证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致谢与讨论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感谢实验室同学与算力支持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欢迎讨论端侧部署的工程细节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▪"/>
            </a:pPr>
            <a:r>
              <a:rPr sz="2600" b="0" i="0">
                <a:solidFill>
                  <a:srgbClr val="14213D"/>
                </a:solidFill>
                <a:latin typeface="微软雅黑"/>
                <a:ea typeface="微软雅黑"/>
                <a:cs typeface="微软雅黑"/>
              </a:rPr>
              <a:t>联系方式：demo@example.com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微软雅黑"/>
                <a:ea typeface="微软雅黑"/>
                <a:cs typeface="微软雅黑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