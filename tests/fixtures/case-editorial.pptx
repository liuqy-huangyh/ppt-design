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-1691640"/>
            <a:ext cx="4114800" cy="4114800"/>
          </a:xfrm>
          <a:prstGeom prst="ellipse">
            <a:avLst/>
          </a:prstGeom>
          <a:noFill/>
          <a:ln w="12700">
            <a:solidFill>
              <a:srgbClr val="1F3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188720"/>
            <a:ext cx="10454335" cy="9525"/>
          </a:xfrm>
          <a:prstGeom prst="rect">
            <a:avLst/>
          </a:prstGeom>
          <a:solidFill>
            <a:srgbClr val="D6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180015" cy="7396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</a:pPr>
            <a:r>
              <a:rPr sz="44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把 AI 当同事之后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669032"/>
            <a:ext cx="960120" cy="3302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43351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一次真实的协作复盘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406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张 三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5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某某大学 · 计算机科学与技术学院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5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先问一个问题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如果 AI 成为同事，你的工作会变成什么样？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工具在变，但判断力仍然是稀缺品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今天聊聊我们真实的协作现场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三个正在发生的变化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从写代码到描述意图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从交付文档到交付可运行的流程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从个人效率到团队吞吐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把 AI 当同事的四个原则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先给它上下文，再给它任务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小步验证，别一次梭哈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让产出可检查、可回退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保留人类做最终判断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一次真实的协作复盘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需求拆解：20 分钟定边界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并行产出：三个人同时推进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验收阶段：用清单逐条核对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我们踩过的坑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提示词太抽象，结果不可用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没有版本管理，改动互相覆盖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过度信任，漏掉了边界条件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可复用的工作流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模板化输入：结构先于内容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固定检查项：让质量可衡量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复盘沉淀：把经验写回模板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对团队的影响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新人上手时间缩短一半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重复劳动被压缩到原来的三分之一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更多时间花在判断与设计上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下一步计划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把工作流沉淀成内部工具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建立可复用的提示词库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每季度做一次效果复盘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给听众的三点建议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从最小闭环开始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记录每一次失败的原因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别把工具当成答案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9611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</a:pPr>
            <a:r>
              <a:rPr sz="3300" b="1" i="0">
                <a:solidFill>
                  <a:srgbClr val="141414"/>
                </a:solidFill>
                <a:latin typeface="宋体"/>
                <a:ea typeface="宋体"/>
                <a:cs typeface="宋体"/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08176"/>
            <a:ext cx="786384" cy="30480"/>
          </a:xfrm>
          <a:prstGeom prst="rect">
            <a:avLst/>
          </a:prstGeom>
          <a:solidFill>
            <a:srgbClr val="1F3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82496"/>
            <a:ext cx="10454335" cy="40782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 marL="310896" indent="-274320">
              <a:lnSpc>
                <a:spcPct val="142000"/>
              </a:lnSpc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欢迎提出具体场景的问题</a:t>
            </a:r>
          </a:p>
          <a:p>
            <a:pPr algn="l" marL="310896" indent="-274320">
              <a:lnSpc>
                <a:spcPct val="142000"/>
              </a:lnSpc>
              <a:spcBef>
                <a:spcPts val="780"/>
              </a:spcBef>
              <a:buFont typeface="Arial"/>
              <a:buChar char="•"/>
            </a:pPr>
            <a:r>
              <a:rPr sz="2600" b="0" i="0">
                <a:solidFill>
                  <a:srgbClr val="141414"/>
                </a:solidFill>
                <a:latin typeface="微软雅黑"/>
                <a:ea typeface="微软雅黑"/>
                <a:cs typeface="微软雅黑"/>
              </a:rPr>
              <a:t>会后可以一起拆解你的工作流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4593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张 三 · 某某大学 · 计算机科学与技术学院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45936"/>
            <a:ext cx="1261872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A63"/>
                </a:solidFill>
                <a:latin typeface="微软雅黑"/>
                <a:ea typeface="微软雅黑"/>
                <a:cs typeface="微软雅黑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